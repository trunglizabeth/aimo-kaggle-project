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Notes — Sprint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1 — System Architecture &amp;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Mục tiêu slide: giải thích lý do chọn PoT + sandboxed execution + majority voting.</a:t>
            </a:r>
          </a:p>
          <a:p>
            <a:pPr>
              <a:defRPr sz="1800"/>
            </a:pPr>
            <a:r>
              <a:t>Slide 1: Title + team</a:t>
            </a:r>
          </a:p>
          <a:p>
            <a:pPr>
              <a:defRPr sz="1800"/>
            </a:pPr>
            <a:r>
              <a:t>Slide 2: Problem statement — challenges of using LLM for math</a:t>
            </a:r>
          </a:p>
          <a:p>
            <a:pPr>
              <a:defRPr sz="1800"/>
            </a:pPr>
            <a:r>
              <a:t>Slide 3: Key limitations of LLM for precise math</a:t>
            </a:r>
          </a:p>
          <a:p>
            <a:pPr>
              <a:defRPr sz="1800"/>
            </a:pPr>
            <a:r>
              <a:t>Slide 4: PoT concept (diagram + bullet points)</a:t>
            </a:r>
          </a:p>
          <a:p>
            <a:pPr>
              <a:defRPr sz="1800"/>
            </a:pPr>
            <a:r>
              <a:t>Slide 5: Pipeline architecture (use `pipeline_diagram.mmd`)</a:t>
            </a:r>
          </a:p>
          <a:p>
            <a:pPr>
              <a:defRPr sz="1800"/>
            </a:pPr>
            <a:r>
              <a:t>Slide 6: Safety &amp; sandboxing</a:t>
            </a:r>
          </a:p>
          <a:p>
            <a:pPr>
              <a:defRPr sz="1800"/>
            </a:pPr>
            <a:r>
              <a:t>Slide 7: KV Cache &amp; vLLM — why it helps</a:t>
            </a:r>
          </a:p>
          <a:p>
            <a:pPr>
              <a:defRPr sz="1800"/>
            </a:pPr>
            <a:r>
              <a:t>Slide 8: Metrics &amp; evaluation plan (Pass@1, Pass@k, error taxonomy)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2 — Error Analytics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Slide 1: Summary statistics (total, accuracy, missing predictions)</a:t>
            </a:r>
          </a:p>
          <a:p>
            <a:pPr>
              <a:defRPr sz="1800"/>
            </a:pPr>
            <a:r>
              <a:t>Slide 2: Pie chart: error distribution (error_pie.png)</a:t>
            </a:r>
          </a:p>
          <a:p>
            <a:pPr>
              <a:defRPr sz="1800"/>
            </a:pPr>
            <a:r>
              <a:t>Slide 3: Bar chart: Pass@1 vs Pass@15 (accuracy_comparison.png)</a:t>
            </a:r>
          </a:p>
          <a:p>
            <a:pPr>
              <a:defRPr sz="1800"/>
            </a:pPr>
            <a:r>
              <a:t>Slide 4: Case studies (2-3 examples) with annotations</a:t>
            </a:r>
          </a:p>
          <a:p>
            <a:pPr>
              <a:defRPr sz="1800"/>
            </a:pPr>
            <a:r>
              <a:t>Slide 5: Actionable recommendations (prompting, parser robustness, ensemble)</a:t>
            </a:r>
          </a:p>
          <a:p>
            <a:pPr>
              <a:defRPr sz="1800"/>
            </a:pPr>
            <a:r>
              <a:t>Notes:</a:t>
            </a:r>
          </a:p>
          <a:p>
            <a:pPr>
              <a:defRPr sz="1800"/>
            </a:pPr>
            <a:r>
              <a:t>Keep text bilingual (VN/EN) if audience includes non-Vietnamese.</a:t>
            </a:r>
          </a:p>
          <a:p>
            <a:pPr>
              <a:defRPr sz="1800"/>
            </a:pPr>
            <a:r>
              <a:t>Use exported PNGs from `scripts/sprint4_analysis.py`.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042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error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26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